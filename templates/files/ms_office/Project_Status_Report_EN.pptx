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0e58fa89ce4c72" /><Relationship Type="http://schemas.openxmlformats.org/officeDocument/2006/relationships/extended-properties" Target="/docProps/app.xml" Id="R47ecfbddb814482d" /><Relationship Type="http://schemas.openxmlformats.org/officeDocument/2006/relationships/officeDocument" Target="/ppt/presentation.xml" Id="Rc9f69ba2d3d447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220e119756442c"/>
  </p:sldMasterIdLst>
  <p:notesMasterIdLst>
    <p:notesMasterId xmlns:r="http://schemas.openxmlformats.org/officeDocument/2006/relationships" r:id="R47c673c21ae14c71"/>
  </p:notesMasterIdLst>
  <p:sldIdLst>
    <p:sldId xmlns:r="http://schemas.openxmlformats.org/officeDocument/2006/relationships" id="256" r:id="R1f938da7bd514872"/>
    <p:sldId xmlns:r="http://schemas.openxmlformats.org/officeDocument/2006/relationships" id="257" r:id="R683c0b3392ff4c54"/>
    <p:sldId xmlns:r="http://schemas.openxmlformats.org/officeDocument/2006/relationships" id="258" r:id="R34197c043f574197"/>
    <p:sldId xmlns:r="http://schemas.openxmlformats.org/officeDocument/2006/relationships" id="259" r:id="R13a0d6bb7d88431f"/>
    <p:sldId xmlns:r="http://schemas.openxmlformats.org/officeDocument/2006/relationships" id="260" r:id="Rd8df2c52cb4d4d6c"/>
    <p:sldId xmlns:r="http://schemas.openxmlformats.org/officeDocument/2006/relationships" id="261" r:id="Rbc1eb5937fc140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05c1f7cd744daf" /><Relationship Type="http://schemas.openxmlformats.org/officeDocument/2006/relationships/slideMaster" Target="/ppt/slideMasters/slideMaster1.xml" Id="R4a220e119756442c" /><Relationship Type="http://schemas.openxmlformats.org/officeDocument/2006/relationships/notesMaster" Target="/ppt/notesMasters/notesMaster1.xml" Id="R47c673c21ae14c71" /><Relationship Type="http://schemas.openxmlformats.org/officeDocument/2006/relationships/presProps" Target="/ppt/presProps.xml" Id="R313e604d9ccc4879" /><Relationship Type="http://schemas.openxmlformats.org/officeDocument/2006/relationships/tableStyles" Target="/ppt/tableStyles.xml" Id="R09d1d9a548b34968" /><Relationship Type="http://schemas.openxmlformats.org/officeDocument/2006/relationships/slide" Target="/ppt/slides/slide1.xml" Id="R1f938da7bd514872" /><Relationship Type="http://schemas.openxmlformats.org/officeDocument/2006/relationships/slide" Target="/ppt/slides/slide2.xml" Id="R683c0b3392ff4c54" /><Relationship Type="http://schemas.openxmlformats.org/officeDocument/2006/relationships/slide" Target="/ppt/slides/slide3.xml" Id="R34197c043f574197" /><Relationship Type="http://schemas.openxmlformats.org/officeDocument/2006/relationships/slide" Target="/ppt/slides/slide4.xml" Id="R13a0d6bb7d88431f" /><Relationship Type="http://schemas.openxmlformats.org/officeDocument/2006/relationships/slide" Target="/ppt/slides/slide5.xml" Id="Rd8df2c52cb4d4d6c" /><Relationship Type="http://schemas.openxmlformats.org/officeDocument/2006/relationships/slide" Target="/ppt/slides/slide6.xml" Id="Rbc1eb5937fc140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12cc18e68342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900682119749a4" /><Relationship Type="http://schemas.openxmlformats.org/officeDocument/2006/relationships/notesMaster" Target="/ppt/notesMasters/notesMaster1.xml" Id="R604351dbad7745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a9ffc98dcf4513" /><Relationship Type="http://schemas.openxmlformats.org/officeDocument/2006/relationships/notesMaster" Target="/ppt/notesMasters/notesMaster1.xml" Id="R8096bb7a3e6449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8e010ae0284762" /><Relationship Type="http://schemas.openxmlformats.org/officeDocument/2006/relationships/notesMaster" Target="/ppt/notesMasters/notesMaster1.xml" Id="R40ec2ee2dcd04b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ecc7d86c414ba6" /><Relationship Type="http://schemas.openxmlformats.org/officeDocument/2006/relationships/notesMaster" Target="/ppt/notesMasters/notesMaster1.xml" Id="R76e47ea4824748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6da1c20ae3455c" /><Relationship Type="http://schemas.openxmlformats.org/officeDocument/2006/relationships/notesMaster" Target="/ppt/notesMasters/notesMaster1.xml" Id="R3492287d961f4a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8fb3a5129a482c" /><Relationship Type="http://schemas.openxmlformats.org/officeDocument/2006/relationships/notesMaster" Target="/ppt/notesMasters/notesMaster1.xml" Id="R8a13c39cc0f242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03b1e2720f4b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b58a852f8f4c18" /><Relationship Type="http://schemas.openxmlformats.org/officeDocument/2006/relationships/slideLayout" Target="/ppt/slideLayouts/slideLayout1.xml" Id="R4ef17ef05b8445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f17ef05b8445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348b3583b4aeb" /><Relationship Type="http://schemas.openxmlformats.org/officeDocument/2006/relationships/notesSlide" Target="/ppt/notesSlides/notesSlide1.xml" Id="Rf0f12933935c44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1cef72f054a4a" /><Relationship Type="http://schemas.openxmlformats.org/officeDocument/2006/relationships/notesSlide" Target="/ppt/notesSlides/notesSlide2.xml" Id="R2a55042b708a4e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d888d2a7647e2" /><Relationship Type="http://schemas.openxmlformats.org/officeDocument/2006/relationships/notesSlide" Target="/ppt/notesSlides/notesSlide3.xml" Id="R8e78a64cc56b44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f177b755e44c8" /><Relationship Type="http://schemas.openxmlformats.org/officeDocument/2006/relationships/notesSlide" Target="/ppt/notesSlides/notesSlide4.xml" Id="R004c2ff806f442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07f36c54f4157" /><Relationship Type="http://schemas.openxmlformats.org/officeDocument/2006/relationships/notesSlide" Target="/ppt/notesSlides/notesSlide5.xml" Id="Rb94efd73f20848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2032e7623447b" /><Relationship Type="http://schemas.openxmlformats.org/officeDocument/2006/relationships/notesSlide" Target="/ppt/notesSlides/notesSlide6.xml" Id="R64fc1a6ba1c549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7496D-56CE-41FF-8E27-00087802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Project: [enter name]  •  Period: [enter period]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9FCB8-FBED-4325-8EC1-1E1AEEBE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90700"/>
            <a:ext cx="809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PROJECT STATUS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2DECB-C3E4-4A9D-9327-D14AFB63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An editable template for regular team reporting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F2437-A96B-4A28-BAC9-CBD5BDDD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000"/>
            <a:ext cx="278130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95C4C-9F81-4523-A550-13B1C082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04950"/>
            <a:ext cx="1714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D22BC-6CE2-4BDD-BF4A-8F277696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1455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0EBAA-98D3-4982-A153-3EABB3DF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Internal project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AAE1A-CFBE-4378-BFF9-3453705F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49306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05EE4-ED57-450B-AE1F-2F3ABE9D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Project status at a glance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A262D-8380-4A5D-963E-838781F0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35052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DDF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0BF53-1576-4DA9-AD63-D36F9E83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4C470-F2AF-4D5C-AEC7-B5797945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E1931-0FA5-4AA0-BCC6-8BE4D10C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5052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73502-79D9-4D57-A91A-543B5350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90805-7108-41D2-A6FC-06916F58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575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E5C7B-9F0B-4C7C-A5B0-A9B8222F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35052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D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5389C-2EF0-47D3-A214-552AD736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336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6CABD-2EC1-40B6-9A16-AB533F71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575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Risks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EEC81-93C9-47EA-A588-89B56EAF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project is progressing to plan. The next reporting period will focus on closing open actions and mitigating two active risks.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3B0EC-8534-4819-9BE5-9D2A10C2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Internal project 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69409-4BE3-40D8-8757-CBEA5A82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4554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1F0F0-38E6-4CD8-8AFE-A4503F55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Key workstreams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41AA0-8C93-4E8F-A3FA-755FE02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3830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12A4F-0FCC-4A75-A410-7DF01A3A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717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53478-AE0B-4D1C-B20F-6566D137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Core outputs were delivered in line with the schedule.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C8E5B-704A-4FAF-AC1C-970D192B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196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52591-8884-45E9-ACED-9679CBF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3830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AB84C-66D7-45B6-9857-BF68380E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717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0EB04-87D1-4E0B-AF9D-8CA076FA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52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team processed open requests and updated documentation.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1514C-858C-4D11-AD1B-EE0DE813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196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0F63A-77B9-41DE-9C83-FEC56DD5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3830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E7397-9FE2-4FA6-A05A-BA9AE69D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717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Communication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7EA88-22F8-406E-912E-44A2EC2D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Stakeholder coordination was completed as planned.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2C9C3-5328-4764-ADAE-C9036C8E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196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E6CFE-AFA3-400F-9D6C-650E171F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Internal project report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BEE2C1-5329-42D8-B689-E07344D4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898545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22E78-FB61-487D-96C1-CF53D098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Upcoming 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422F1-CEA9-4AC5-B28A-A930E3AA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47896-BEFD-4BFC-8DAD-60324D6C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BD600-A4E5-4F09-865D-20EEAE9F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This week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F9908-DADD-488D-901A-3BC2621B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Complete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2290E-894E-4B03-8692-7E19327F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194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6D8BB-F82F-4558-9116-A7DA682E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95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Next week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D4369-9BE3-4848-B7B5-F4C4C57B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9090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Approve deliverables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34AA1-2373-494D-BE26-438CC910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61033-FA8F-4D6B-8D34-F539AD2E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Within 30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ABE0E-91B4-466E-9679-1F3592FD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Launch next phase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A2BE5-DDA1-4169-A799-38BC5423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194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77821-A539-4711-B3C0-AA3FDFA8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95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Afterwards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1C33C-C7D3-4ECE-9A03-6267CE45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9090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Evaluate outcomes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F1D53A-A99E-444E-B1F2-00014B06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Internal project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7EC24-7615-4890-8803-EBE40900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43759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2D9730-66DF-420B-BC89-10D5EEAD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Risks and decisions required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D7990-77CB-47B0-A70A-C7044314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192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04FC6-DF88-4701-B863-ED7FB0E4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Topic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A8716-E3A1-414A-99A0-0F9F3D06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192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34251-D90E-4BE2-8959-9A1D8865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9070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70728-868B-472F-A5B6-9F5B3909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61925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CC428-0DAD-49F9-AAD5-F0E3AE9D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9070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A432D-23D2-48B5-9DEB-1D7C7A8C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19250"/>
            <a:ext cx="3981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5F93A-F269-4F91-8BDA-FE926F67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907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95B18-219C-420D-91C3-9C4F310D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003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DE5D7-CF45-4330-9BD2-7BAC9787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Delayed 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64E986-9F58-465F-A21D-34632442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003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F343E-BE1E-4823-A4D6-90E40617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867F6-72C9-40AB-88B2-1F7F7479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003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F63D6-531E-4AE6-ACB3-A929AA95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717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Project lead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AF508-9484-4A0B-B6C9-9D3793DB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00300"/>
            <a:ext cx="3981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BD3AE-C376-473F-99A4-2D616049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717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Confirm due 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86AD0A-18F8-4966-848F-037A4CF4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813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88769-3580-4F5C-8A83-38A8E9B2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Limited capacity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43F057-F805-4784-AD5E-9123F05A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813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2E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850D8A-0BC3-465C-A567-3A5B895E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5280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0C3276-7BCA-477C-8F3B-74BA20C4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8135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6E759-7E34-4508-B8FF-F0A1EA4B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5280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Team lead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1039E6-E30D-444A-A635-413FA62F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81350"/>
            <a:ext cx="3981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6F01B9-75D8-44A7-A28B-6EC1E4BA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528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Reprioritise work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FC279C-DFF6-4D3D-84B1-951EE52D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624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F1AC55-06C4-4AD5-8303-AA33853A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Unclear requirement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100850-55DA-4593-AC77-24825BAF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624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6CD224-57E1-4F40-BACA-8BAD62A4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338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6C2723-87FC-4317-9C87-836C0589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624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D12736-CDF9-4054-8E4A-8FB614E3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338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Process owner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87083D-C873-4AFF-90B4-744338F8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981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8C6CA4-1410-47B5-AF44-87A693E3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338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Clarify scope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2F820F-2EC4-4B4C-90D9-D99BB6F6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Internal project report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80C231-795C-4A68-85E5-B8AB8E88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6571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B1C39-F941-4393-83AD-0AD2BDCB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78A1C-0677-4F44-BFB3-AFD5AFF1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5735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F79F2-E0AC-4FD2-A60B-142E0964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1F6AA-09B4-4C41-9FE5-F414016C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335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Close open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615F2-6379-4BA7-9CDB-C215EB58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2415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80713-AEBE-48D3-9E90-3983BD59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194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275D7-8AFA-486D-A105-164647AD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Confirm milestone 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C1D08-4B62-4E4D-96BF-44F6ADC3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9095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0AE34-AD33-4D49-AFA1-BF6976D8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862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9CA29-864F-4496-BA1A-04B816C3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Update the risk register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AFD44-3485-4C88-8DA7-915D5516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57350"/>
            <a:ext cx="38290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87461-DE5C-4AEE-8E3B-CE8D8CB1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DFC34-1FEE-407C-B9F4-FF43D943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528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5643A-F9DE-4EAB-B036-6385C781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Internal project report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7ED4B-B29F-437C-9DA9-33AC3A5E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0031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2026-08-19T10:56:14.3930000Z</dcterms:created>
  <dcterms:modified xsi:type="dcterms:W3CDTF">2026-08-19T10:56:14.3930000Z</dcterms:modified>
</coreProperties>
</file>