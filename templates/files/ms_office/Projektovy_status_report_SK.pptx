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848BF72-16C8-4D39-8C96-4395E785972B}"/>
              </a:ext>
            </a:extLst>
          </p:cNvPr>
          <p:cNvSpPr>
            <a:spLocks noGrp="1"/>
          </p:cNvSpPr>
          <p:nvPr/>
        </p:nvSpPr>
        <p:spPr>
          <a:xfrm>
            <a:off x="419100" y="3810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Projekt: [doplňte názov]  •  Obdobie: [doplňte obdobie]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D34120-7BA9-46AD-A59E-12F222BC471D}"/>
              </a:ext>
            </a:extLst>
          </p:cNvPr>
          <p:cNvSpPr>
            <a:spLocks noGrp="1"/>
          </p:cNvSpPr>
          <p:nvPr/>
        </p:nvSpPr>
        <p:spPr>
          <a:xfrm>
            <a:off x="419100" y="1790700"/>
            <a:ext cx="8096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7917"/>
          </a:bodyPr>
          <a:lstStyle/>
          <a:p>
            <a:pPr algn="l">
              <a:defRPr sz="4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PROJEKTOVÝ STATUS REPORT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3EF93-E0E4-4B5F-9D20-CA25824B1515}"/>
              </a:ext>
            </a:extLst>
          </p:cNvPr>
          <p:cNvSpPr>
            <a:spLocks noGrp="1"/>
          </p:cNvSpPr>
          <p:nvPr/>
        </p:nvSpPr>
        <p:spPr>
          <a:xfrm>
            <a:off x="419100" y="3638550"/>
            <a:ext cx="666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9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Upraviteľná</a:t>
            </a:r>
            <a:r>
              <a:rPr sz="19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šablóna</a:t>
            </a:r>
            <a:r>
              <a:rPr sz="19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pre </a:t>
            </a:r>
            <a:r>
              <a:rPr sz="19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pravidelné</a:t>
            </a:r>
            <a:r>
              <a:rPr sz="19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tímové</a:t>
            </a:r>
            <a:r>
              <a:rPr sz="19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reportovanie</a:t>
            </a:r>
            <a:endParaRPr sz="195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69A7B7-0A48-42A9-B0A3-068800FEAC88}"/>
              </a:ext>
            </a:extLst>
          </p:cNvPr>
          <p:cNvSpPr>
            <a:spLocks noGrp="1"/>
          </p:cNvSpPr>
          <p:nvPr/>
        </p:nvSpPr>
        <p:spPr>
          <a:xfrm>
            <a:off x="8991600" y="381000"/>
            <a:ext cx="2781300" cy="5619750"/>
          </a:xfrm>
          <a:prstGeom prst="rect">
            <a:avLst/>
          </a:prstGeom>
          <a:solidFill>
            <a:srgbClr val="D9F0FB"/>
          </a:solidFill>
          <a:ln w="0">
            <a:noFill/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30751C7-63FF-4593-8C5A-7FDCA24F6CB5}"/>
              </a:ext>
            </a:extLst>
          </p:cNvPr>
          <p:cNvSpPr>
            <a:spLocks noGrp="1"/>
          </p:cNvSpPr>
          <p:nvPr/>
        </p:nvSpPr>
        <p:spPr>
          <a:xfrm>
            <a:off x="9525000" y="1504950"/>
            <a:ext cx="1714500" cy="1714500"/>
          </a:xfrm>
          <a:prstGeom prst="roundRect">
            <a:avLst>
              <a:gd name="adj" fmla="val 6667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4FEB13-F633-492A-B851-6DC0DACBA95B}"/>
              </a:ext>
            </a:extLst>
          </p:cNvPr>
          <p:cNvSpPr>
            <a:spLocks noGrp="1"/>
          </p:cNvSpPr>
          <p:nvPr/>
        </p:nvSpPr>
        <p:spPr>
          <a:xfrm>
            <a:off x="9734550" y="2114550"/>
            <a:ext cx="1295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200FF2-C21F-487E-A65E-D14D25EF6D9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Interný projektový report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ACBB4F-9CA3-416D-8D4F-D68A3B722546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2859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612BCAE-ACEE-40C5-ADAD-6FFA33B090EE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047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Stav projektu v skratke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A35521F-BF87-4EB0-8F67-AC35B999D082}"/>
              </a:ext>
            </a:extLst>
          </p:cNvPr>
          <p:cNvSpPr>
            <a:spLocks noGrp="1"/>
          </p:cNvSpPr>
          <p:nvPr/>
        </p:nvSpPr>
        <p:spPr>
          <a:xfrm>
            <a:off x="419100" y="1714500"/>
            <a:ext cx="3505200" cy="2647950"/>
          </a:xfrm>
          <a:prstGeom prst="roundRect">
            <a:avLst>
              <a:gd name="adj" fmla="val 4317"/>
            </a:avLst>
          </a:prstGeom>
          <a:solidFill>
            <a:srgbClr val="DDF6E8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C880D5-0DEA-4274-B5E6-1DECB2AD110D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295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7D82D-438D-46AF-BC1E-CA1D8C60A92F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Dokončené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649B227-11CF-4F97-B41D-5E8D8D035BBB}"/>
              </a:ext>
            </a:extLst>
          </p:cNvPr>
          <p:cNvSpPr>
            <a:spLocks noGrp="1"/>
          </p:cNvSpPr>
          <p:nvPr/>
        </p:nvSpPr>
        <p:spPr>
          <a:xfrm>
            <a:off x="4343400" y="1714500"/>
            <a:ext cx="3505200" cy="2647950"/>
          </a:xfrm>
          <a:prstGeom prst="roundRect">
            <a:avLst>
              <a:gd name="adj" fmla="val 4317"/>
            </a:avLst>
          </a:prstGeom>
          <a:solidFill>
            <a:srgbClr val="D9F0F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D0F145-2EA2-4A38-A27D-CFA263C6A78A}"/>
              </a:ext>
            </a:extLst>
          </p:cNvPr>
          <p:cNvSpPr>
            <a:spLocks noGrp="1"/>
          </p:cNvSpPr>
          <p:nvPr/>
        </p:nvSpPr>
        <p:spPr>
          <a:xfrm>
            <a:off x="4591050" y="2133600"/>
            <a:ext cx="295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F87D63-D4FB-4507-B8FE-45786B0E7357}"/>
              </a:ext>
            </a:extLst>
          </p:cNvPr>
          <p:cNvSpPr>
            <a:spLocks noGrp="1"/>
          </p:cNvSpPr>
          <p:nvPr/>
        </p:nvSpPr>
        <p:spPr>
          <a:xfrm>
            <a:off x="4591050" y="32575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Rozpracované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F9A39F-385C-456F-8679-890E87C56C93}"/>
              </a:ext>
            </a:extLst>
          </p:cNvPr>
          <p:cNvSpPr>
            <a:spLocks noGrp="1"/>
          </p:cNvSpPr>
          <p:nvPr/>
        </p:nvSpPr>
        <p:spPr>
          <a:xfrm>
            <a:off x="8267700" y="1714500"/>
            <a:ext cx="3505200" cy="2647950"/>
          </a:xfrm>
          <a:prstGeom prst="roundRect">
            <a:avLst>
              <a:gd name="adj" fmla="val 4317"/>
            </a:avLst>
          </a:prstGeom>
          <a:solidFill>
            <a:srgbClr val="FDE2E2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BD0F62-A147-40D5-B886-405E06BD4D60}"/>
              </a:ext>
            </a:extLst>
          </p:cNvPr>
          <p:cNvSpPr>
            <a:spLocks noGrp="1"/>
          </p:cNvSpPr>
          <p:nvPr/>
        </p:nvSpPr>
        <p:spPr>
          <a:xfrm>
            <a:off x="8515350" y="2133600"/>
            <a:ext cx="295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4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7204EA-A2B4-4638-8BD4-92E78D3D2778}"/>
              </a:ext>
            </a:extLst>
          </p:cNvPr>
          <p:cNvSpPr>
            <a:spLocks noGrp="1"/>
          </p:cNvSpPr>
          <p:nvPr/>
        </p:nvSpPr>
        <p:spPr>
          <a:xfrm>
            <a:off x="8515350" y="32575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Riziká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87E373-1666-48EB-8D71-7F6A49C4CB4B}"/>
              </a:ext>
            </a:extLst>
          </p:cNvPr>
          <p:cNvSpPr>
            <a:spLocks noGrp="1"/>
          </p:cNvSpPr>
          <p:nvPr/>
        </p:nvSpPr>
        <p:spPr>
          <a:xfrm>
            <a:off x="419100" y="4857750"/>
            <a:ext cx="10668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Projekt pokračuje podľa plánu. Najbližšie obdobie sa sústredí na uzavretie otvorených úloh a odstránenie dvoch rizík.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BD9ED-DE65-4B13-9542-C2352CE44C01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Interný projektový report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90E120-B330-4221-8A18-5CE124606295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49735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03A6E6-DB2C-47BE-9CF2-59F7135636B0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047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Kľúčové pracovné oblasti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74C7C-1CDA-41D2-86F4-A45905B0AAAE}"/>
              </a:ext>
            </a:extLst>
          </p:cNvPr>
          <p:cNvSpPr>
            <a:spLocks noGrp="1"/>
          </p:cNvSpPr>
          <p:nvPr/>
        </p:nvSpPr>
        <p:spPr>
          <a:xfrm>
            <a:off x="419100" y="1638300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B13FAB-8277-4F6C-BB07-3F381DC1F38D}"/>
              </a:ext>
            </a:extLst>
          </p:cNvPr>
          <p:cNvSpPr>
            <a:spLocks noGrp="1"/>
          </p:cNvSpPr>
          <p:nvPr/>
        </p:nvSpPr>
        <p:spPr>
          <a:xfrm>
            <a:off x="419100" y="217170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Dodávky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B24FF-318C-429C-BEFF-0A98CCB9D743}"/>
              </a:ext>
            </a:extLst>
          </p:cNvPr>
          <p:cNvSpPr>
            <a:spLocks noGrp="1"/>
          </p:cNvSpPr>
          <p:nvPr/>
        </p:nvSpPr>
        <p:spPr>
          <a:xfrm>
            <a:off x="419100" y="295275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Hlavné výstupy boli odovzdané podľa harmonogramu.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6AAB5-274F-436A-9785-82D6C0864EEC}"/>
              </a:ext>
            </a:extLst>
          </p:cNvPr>
          <p:cNvSpPr>
            <a:spLocks noGrp="1"/>
          </p:cNvSpPr>
          <p:nvPr/>
        </p:nvSpPr>
        <p:spPr>
          <a:xfrm>
            <a:off x="419100" y="4819650"/>
            <a:ext cx="314325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484A8-7E68-4645-A7B9-FB2832DA169D}"/>
              </a:ext>
            </a:extLst>
          </p:cNvPr>
          <p:cNvSpPr>
            <a:spLocks noGrp="1"/>
          </p:cNvSpPr>
          <p:nvPr/>
        </p:nvSpPr>
        <p:spPr>
          <a:xfrm>
            <a:off x="4343400" y="1638300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8FD200-99D2-4B7F-BCF8-49E1EE666FF3}"/>
              </a:ext>
            </a:extLst>
          </p:cNvPr>
          <p:cNvSpPr>
            <a:spLocks noGrp="1"/>
          </p:cNvSpPr>
          <p:nvPr/>
        </p:nvSpPr>
        <p:spPr>
          <a:xfrm>
            <a:off x="4343400" y="217170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Prevádzka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580D0-0C01-4C48-A058-74C0EBA77B28}"/>
              </a:ext>
            </a:extLst>
          </p:cNvPr>
          <p:cNvSpPr>
            <a:spLocks noGrp="1"/>
          </p:cNvSpPr>
          <p:nvPr/>
        </p:nvSpPr>
        <p:spPr>
          <a:xfrm>
            <a:off x="4343400" y="295275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Tím spracoval otvorené požiadavky a aktualizoval dokumentáciu.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B2D112-2993-4A03-8E8C-A66099E25670}"/>
              </a:ext>
            </a:extLst>
          </p:cNvPr>
          <p:cNvSpPr>
            <a:spLocks noGrp="1"/>
          </p:cNvSpPr>
          <p:nvPr/>
        </p:nvSpPr>
        <p:spPr>
          <a:xfrm>
            <a:off x="4343400" y="4819650"/>
            <a:ext cx="314325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78C7B-2B2D-43D8-9B8A-43E39604452F}"/>
              </a:ext>
            </a:extLst>
          </p:cNvPr>
          <p:cNvSpPr>
            <a:spLocks noGrp="1"/>
          </p:cNvSpPr>
          <p:nvPr/>
        </p:nvSpPr>
        <p:spPr>
          <a:xfrm>
            <a:off x="8267700" y="1638300"/>
            <a:ext cx="95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FA7CAC-2137-43A5-AF17-88BECBAC9B4B}"/>
              </a:ext>
            </a:extLst>
          </p:cNvPr>
          <p:cNvSpPr>
            <a:spLocks noGrp="1"/>
          </p:cNvSpPr>
          <p:nvPr/>
        </p:nvSpPr>
        <p:spPr>
          <a:xfrm>
            <a:off x="8267700" y="217170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Komunikácia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EEE9C3-6360-4E59-B5DB-A52681A9FABA}"/>
              </a:ext>
            </a:extLst>
          </p:cNvPr>
          <p:cNvSpPr>
            <a:spLocks noGrp="1"/>
          </p:cNvSpPr>
          <p:nvPr/>
        </p:nvSpPr>
        <p:spPr>
          <a:xfrm>
            <a:off x="8267700" y="2952750"/>
            <a:ext cx="3143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Prebehla koordinácia so zainteresovanými stranami.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C14FF4-AA06-4BE0-A6EF-77B7E62F0DFB}"/>
              </a:ext>
            </a:extLst>
          </p:cNvPr>
          <p:cNvSpPr>
            <a:spLocks noGrp="1"/>
          </p:cNvSpPr>
          <p:nvPr/>
        </p:nvSpPr>
        <p:spPr>
          <a:xfrm>
            <a:off x="8267700" y="4819650"/>
            <a:ext cx="3143250" cy="76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88A8A-5CDA-4B6D-AE8E-28BAECC9336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Interný projektový report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418081-B9C4-417C-97C7-AA42E6A5E3C7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27762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F08FC93-2A0B-40F5-811D-D0D138D42B0B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047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Najbližšie míľniky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DBF974-964A-4EDB-B1C6-277BD12D18C8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103822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310313B-80E7-4425-B2CE-C3EA43111FFC}"/>
              </a:ext>
            </a:extLst>
          </p:cNvPr>
          <p:cNvSpPr>
            <a:spLocks noGrp="1"/>
          </p:cNvSpPr>
          <p:nvPr/>
        </p:nvSpPr>
        <p:spPr>
          <a:xfrm>
            <a:off x="1047750" y="2819400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395A80-87F9-4872-B1EE-C932D4E105DC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Tento týždeň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EB9C2-C204-4F28-A484-4D6530900003}"/>
              </a:ext>
            </a:extLst>
          </p:cNvPr>
          <p:cNvSpPr>
            <a:spLocks noGrp="1"/>
          </p:cNvSpPr>
          <p:nvPr/>
        </p:nvSpPr>
        <p:spPr>
          <a:xfrm>
            <a:off x="857250" y="3390900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Dokončiť kontrolu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FA0EC3-2B32-4B7B-B9D2-82CE4519717E}"/>
              </a:ext>
            </a:extLst>
          </p:cNvPr>
          <p:cNvSpPr>
            <a:spLocks noGrp="1"/>
          </p:cNvSpPr>
          <p:nvPr/>
        </p:nvSpPr>
        <p:spPr>
          <a:xfrm>
            <a:off x="3762375" y="2819400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2CD1A9-5B1B-4F06-BFDF-0225A3710A86}"/>
              </a:ext>
            </a:extLst>
          </p:cNvPr>
          <p:cNvSpPr>
            <a:spLocks noGrp="1"/>
          </p:cNvSpPr>
          <p:nvPr/>
        </p:nvSpPr>
        <p:spPr>
          <a:xfrm>
            <a:off x="3571875" y="2095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Budúci týždeň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93DB8A-9C8A-4C48-B545-0C727EEB015D}"/>
              </a:ext>
            </a:extLst>
          </p:cNvPr>
          <p:cNvSpPr>
            <a:spLocks noGrp="1"/>
          </p:cNvSpPr>
          <p:nvPr/>
        </p:nvSpPr>
        <p:spPr>
          <a:xfrm>
            <a:off x="3571875" y="3390900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Schváliť výstupy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9C5E27-B489-4B92-8F40-B36896E96F9B}"/>
              </a:ext>
            </a:extLst>
          </p:cNvPr>
          <p:cNvSpPr>
            <a:spLocks noGrp="1"/>
          </p:cNvSpPr>
          <p:nvPr/>
        </p:nvSpPr>
        <p:spPr>
          <a:xfrm>
            <a:off x="6477000" y="2819400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0CE31E-4584-4B29-A506-C64C82CB7E9C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Do 30 dní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DA44AC-2B47-4974-AD81-351F6522516E}"/>
              </a:ext>
            </a:extLst>
          </p:cNvPr>
          <p:cNvSpPr>
            <a:spLocks noGrp="1"/>
          </p:cNvSpPr>
          <p:nvPr/>
        </p:nvSpPr>
        <p:spPr>
          <a:xfrm>
            <a:off x="6286500" y="3390900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Spustiť ďalšiu fázu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8982595-C2D1-4E76-8E9C-A69BD2364585}"/>
              </a:ext>
            </a:extLst>
          </p:cNvPr>
          <p:cNvSpPr>
            <a:spLocks noGrp="1"/>
          </p:cNvSpPr>
          <p:nvPr/>
        </p:nvSpPr>
        <p:spPr>
          <a:xfrm>
            <a:off x="9191625" y="2819400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21895-A643-410C-9547-526DE75EFE15}"/>
              </a:ext>
            </a:extLst>
          </p:cNvPr>
          <p:cNvSpPr>
            <a:spLocks noGrp="1"/>
          </p:cNvSpPr>
          <p:nvPr/>
        </p:nvSpPr>
        <p:spPr>
          <a:xfrm>
            <a:off x="9001125" y="20955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Následne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C1BD59-A683-45E2-B981-8F6A96B6F38D}"/>
              </a:ext>
            </a:extLst>
          </p:cNvPr>
          <p:cNvSpPr>
            <a:spLocks noGrp="1"/>
          </p:cNvSpPr>
          <p:nvPr/>
        </p:nvSpPr>
        <p:spPr>
          <a:xfrm>
            <a:off x="9001125" y="3390900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Vyhodnotiť výsledky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49F11A-A127-449C-B23D-E535DBD1E13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Interný projektový report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0ED96E-9DF3-4B7E-B663-2501FE3F5B99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45474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25FDAB1-AF9A-417B-B938-8A52A5D50DC2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047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Riziká a potrebné rozhodnutia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15EE57-506F-4799-ABB5-A1AA33394816}"/>
              </a:ext>
            </a:extLst>
          </p:cNvPr>
          <p:cNvSpPr>
            <a:spLocks noGrp="1"/>
          </p:cNvSpPr>
          <p:nvPr/>
        </p:nvSpPr>
        <p:spPr>
          <a:xfrm>
            <a:off x="419100" y="1619250"/>
            <a:ext cx="2857500" cy="781050"/>
          </a:xfrm>
          <a:prstGeom prst="rect">
            <a:avLst/>
          </a:prstGeom>
          <a:solidFill>
            <a:srgbClr val="11182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32279F-188A-4B95-91D7-BBBFE0618221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2590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Téma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BCABB3-B6D3-4B6E-9826-C9105AB9B827}"/>
              </a:ext>
            </a:extLst>
          </p:cNvPr>
          <p:cNvSpPr>
            <a:spLocks noGrp="1"/>
          </p:cNvSpPr>
          <p:nvPr/>
        </p:nvSpPr>
        <p:spPr>
          <a:xfrm>
            <a:off x="3276600" y="1619250"/>
            <a:ext cx="1619250" cy="781050"/>
          </a:xfrm>
          <a:prstGeom prst="rect">
            <a:avLst/>
          </a:prstGeom>
          <a:solidFill>
            <a:srgbClr val="11182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CE517-604B-4C2C-BA9F-F0F1F20E7258}"/>
              </a:ext>
            </a:extLst>
          </p:cNvPr>
          <p:cNvSpPr>
            <a:spLocks noGrp="1"/>
          </p:cNvSpPr>
          <p:nvPr/>
        </p:nvSpPr>
        <p:spPr>
          <a:xfrm>
            <a:off x="3409950" y="1790700"/>
            <a:ext cx="1352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Dopad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4A027B-8219-45A2-90CC-5E0DCB18A25F}"/>
              </a:ext>
            </a:extLst>
          </p:cNvPr>
          <p:cNvSpPr>
            <a:spLocks noGrp="1"/>
          </p:cNvSpPr>
          <p:nvPr/>
        </p:nvSpPr>
        <p:spPr>
          <a:xfrm>
            <a:off x="4895850" y="1619250"/>
            <a:ext cx="2476500" cy="781050"/>
          </a:xfrm>
          <a:prstGeom prst="rect">
            <a:avLst/>
          </a:prstGeom>
          <a:solidFill>
            <a:srgbClr val="11182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55ADF9-269A-46D0-8A0E-7457B09E499D}"/>
              </a:ext>
            </a:extLst>
          </p:cNvPr>
          <p:cNvSpPr>
            <a:spLocks noGrp="1"/>
          </p:cNvSpPr>
          <p:nvPr/>
        </p:nvSpPr>
        <p:spPr>
          <a:xfrm>
            <a:off x="5029200" y="1790700"/>
            <a:ext cx="220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Vlastník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209142-08D2-418B-83E1-72CE8C5DA6C2}"/>
              </a:ext>
            </a:extLst>
          </p:cNvPr>
          <p:cNvSpPr>
            <a:spLocks noGrp="1"/>
          </p:cNvSpPr>
          <p:nvPr/>
        </p:nvSpPr>
        <p:spPr>
          <a:xfrm>
            <a:off x="7372350" y="1619250"/>
            <a:ext cx="3981450" cy="781050"/>
          </a:xfrm>
          <a:prstGeom prst="rect">
            <a:avLst/>
          </a:prstGeom>
          <a:solidFill>
            <a:srgbClr val="11182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56D7B-C53B-4DA4-B203-35D64C2746D8}"/>
              </a:ext>
            </a:extLst>
          </p:cNvPr>
          <p:cNvSpPr>
            <a:spLocks noGrp="1"/>
          </p:cNvSpPr>
          <p:nvPr/>
        </p:nvSpPr>
        <p:spPr>
          <a:xfrm>
            <a:off x="7505700" y="179070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Ďalší krok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E40A1C-53E6-49AF-A020-D518E1C94FCA}"/>
              </a:ext>
            </a:extLst>
          </p:cNvPr>
          <p:cNvSpPr>
            <a:spLocks noGrp="1"/>
          </p:cNvSpPr>
          <p:nvPr/>
        </p:nvSpPr>
        <p:spPr>
          <a:xfrm>
            <a:off x="419100" y="2400300"/>
            <a:ext cx="2857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288C1F-BFD9-4358-9B50-2852B0101FC8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590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Oneskorený vstup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51A417-0951-4DF5-B3AA-8D5B9D2E08E1}"/>
              </a:ext>
            </a:extLst>
          </p:cNvPr>
          <p:cNvSpPr>
            <a:spLocks noGrp="1"/>
          </p:cNvSpPr>
          <p:nvPr/>
        </p:nvSpPr>
        <p:spPr>
          <a:xfrm>
            <a:off x="3276600" y="240030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837EA4-7EC4-4FFE-B205-38B27E139824}"/>
              </a:ext>
            </a:extLst>
          </p:cNvPr>
          <p:cNvSpPr>
            <a:spLocks noGrp="1"/>
          </p:cNvSpPr>
          <p:nvPr/>
        </p:nvSpPr>
        <p:spPr>
          <a:xfrm>
            <a:off x="3409950" y="2571750"/>
            <a:ext cx="1352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Stredný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3A5C5F-A4E8-4EB8-8867-FA7AC34ED475}"/>
              </a:ext>
            </a:extLst>
          </p:cNvPr>
          <p:cNvSpPr>
            <a:spLocks noGrp="1"/>
          </p:cNvSpPr>
          <p:nvPr/>
        </p:nvSpPr>
        <p:spPr>
          <a:xfrm>
            <a:off x="4895850" y="2400300"/>
            <a:ext cx="2476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250922-32B2-4969-9C74-34A2122B782B}"/>
              </a:ext>
            </a:extLst>
          </p:cNvPr>
          <p:cNvSpPr>
            <a:spLocks noGrp="1"/>
          </p:cNvSpPr>
          <p:nvPr/>
        </p:nvSpPr>
        <p:spPr>
          <a:xfrm>
            <a:off x="5029200" y="2571750"/>
            <a:ext cx="220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Projektový vedúci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46D8C0-C7B2-4F45-8B1F-78640ACC5ED4}"/>
              </a:ext>
            </a:extLst>
          </p:cNvPr>
          <p:cNvSpPr>
            <a:spLocks noGrp="1"/>
          </p:cNvSpPr>
          <p:nvPr/>
        </p:nvSpPr>
        <p:spPr>
          <a:xfrm>
            <a:off x="7372350" y="2400300"/>
            <a:ext cx="39814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CDD11E-159E-413C-944A-CFD1029E0C52}"/>
              </a:ext>
            </a:extLst>
          </p:cNvPr>
          <p:cNvSpPr>
            <a:spLocks noGrp="1"/>
          </p:cNvSpPr>
          <p:nvPr/>
        </p:nvSpPr>
        <p:spPr>
          <a:xfrm>
            <a:off x="7505700" y="257175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Potvrdiť termín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B195F1-DCFE-45EE-861A-C57D872671D7}"/>
              </a:ext>
            </a:extLst>
          </p:cNvPr>
          <p:cNvSpPr>
            <a:spLocks noGrp="1"/>
          </p:cNvSpPr>
          <p:nvPr/>
        </p:nvSpPr>
        <p:spPr>
          <a:xfrm>
            <a:off x="419100" y="3181350"/>
            <a:ext cx="2857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5DDD57-2BB0-4537-A37D-1C088070539B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2590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Obmedzená kapacita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368F9C-7586-4190-B11B-3D0C5C281D54}"/>
              </a:ext>
            </a:extLst>
          </p:cNvPr>
          <p:cNvSpPr>
            <a:spLocks noGrp="1"/>
          </p:cNvSpPr>
          <p:nvPr/>
        </p:nvSpPr>
        <p:spPr>
          <a:xfrm>
            <a:off x="3276600" y="3181350"/>
            <a:ext cx="1619250" cy="781050"/>
          </a:xfrm>
          <a:prstGeom prst="rect">
            <a:avLst/>
          </a:prstGeom>
          <a:solidFill>
            <a:srgbClr val="FDE2E2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4AC69-82AB-49EC-876F-90A3FE086912}"/>
              </a:ext>
            </a:extLst>
          </p:cNvPr>
          <p:cNvSpPr>
            <a:spLocks noGrp="1"/>
          </p:cNvSpPr>
          <p:nvPr/>
        </p:nvSpPr>
        <p:spPr>
          <a:xfrm>
            <a:off x="3409950" y="3352800"/>
            <a:ext cx="1352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Vysoký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0511B5-9B48-424D-990A-F8CE5112AA58}"/>
              </a:ext>
            </a:extLst>
          </p:cNvPr>
          <p:cNvSpPr>
            <a:spLocks noGrp="1"/>
          </p:cNvSpPr>
          <p:nvPr/>
        </p:nvSpPr>
        <p:spPr>
          <a:xfrm>
            <a:off x="4895850" y="3181350"/>
            <a:ext cx="2476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5AAA06-0444-4282-B84E-E9A4D71E89B6}"/>
              </a:ext>
            </a:extLst>
          </p:cNvPr>
          <p:cNvSpPr>
            <a:spLocks noGrp="1"/>
          </p:cNvSpPr>
          <p:nvPr/>
        </p:nvSpPr>
        <p:spPr>
          <a:xfrm>
            <a:off x="5029200" y="3352800"/>
            <a:ext cx="220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Vedúci tímu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BB60EF-FC6A-4341-996E-50864455D71F}"/>
              </a:ext>
            </a:extLst>
          </p:cNvPr>
          <p:cNvSpPr>
            <a:spLocks noGrp="1"/>
          </p:cNvSpPr>
          <p:nvPr/>
        </p:nvSpPr>
        <p:spPr>
          <a:xfrm>
            <a:off x="7372350" y="3181350"/>
            <a:ext cx="39814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E24FDE-DAA6-4EBE-8E71-6D015C656D4E}"/>
              </a:ext>
            </a:extLst>
          </p:cNvPr>
          <p:cNvSpPr>
            <a:spLocks noGrp="1"/>
          </p:cNvSpPr>
          <p:nvPr/>
        </p:nvSpPr>
        <p:spPr>
          <a:xfrm>
            <a:off x="7505700" y="335280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Presunúť priority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47F8B5-C316-4C75-AF25-48DE4B2CFAE8}"/>
              </a:ext>
            </a:extLst>
          </p:cNvPr>
          <p:cNvSpPr>
            <a:spLocks noGrp="1"/>
          </p:cNvSpPr>
          <p:nvPr/>
        </p:nvSpPr>
        <p:spPr>
          <a:xfrm>
            <a:off x="419100" y="3962400"/>
            <a:ext cx="2857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12D430-7126-4A97-B93A-7DDE1B65D878}"/>
              </a:ext>
            </a:extLst>
          </p:cNvPr>
          <p:cNvSpPr>
            <a:spLocks noGrp="1"/>
          </p:cNvSpPr>
          <p:nvPr/>
        </p:nvSpPr>
        <p:spPr>
          <a:xfrm>
            <a:off x="552450" y="4133850"/>
            <a:ext cx="2590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Nejasná požiadavka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B0085B-E1C7-46A4-8EB6-9914CFEE8DBD}"/>
              </a:ext>
            </a:extLst>
          </p:cNvPr>
          <p:cNvSpPr>
            <a:spLocks noGrp="1"/>
          </p:cNvSpPr>
          <p:nvPr/>
        </p:nvSpPr>
        <p:spPr>
          <a:xfrm>
            <a:off x="3276600" y="3962400"/>
            <a:ext cx="1619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3460AB-36E2-42ED-B07E-12FEA590A743}"/>
              </a:ext>
            </a:extLst>
          </p:cNvPr>
          <p:cNvSpPr>
            <a:spLocks noGrp="1"/>
          </p:cNvSpPr>
          <p:nvPr/>
        </p:nvSpPr>
        <p:spPr>
          <a:xfrm>
            <a:off x="3409950" y="4133850"/>
            <a:ext cx="13525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Nízky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C6D62A-398E-4B72-B548-4CB448A94A27}"/>
              </a:ext>
            </a:extLst>
          </p:cNvPr>
          <p:cNvSpPr>
            <a:spLocks noGrp="1"/>
          </p:cNvSpPr>
          <p:nvPr/>
        </p:nvSpPr>
        <p:spPr>
          <a:xfrm>
            <a:off x="4895850" y="3962400"/>
            <a:ext cx="2476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EFA5AC-20E3-4DDB-A7A4-D3E8860FB4DD}"/>
              </a:ext>
            </a:extLst>
          </p:cNvPr>
          <p:cNvSpPr>
            <a:spLocks noGrp="1"/>
          </p:cNvSpPr>
          <p:nvPr/>
        </p:nvSpPr>
        <p:spPr>
          <a:xfrm>
            <a:off x="5029200" y="4133850"/>
            <a:ext cx="220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Vlastník procesu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EBD057-CFB4-4ABD-B5A5-027A197BCB33}"/>
              </a:ext>
            </a:extLst>
          </p:cNvPr>
          <p:cNvSpPr>
            <a:spLocks noGrp="1"/>
          </p:cNvSpPr>
          <p:nvPr/>
        </p:nvSpPr>
        <p:spPr>
          <a:xfrm>
            <a:off x="7372350" y="3962400"/>
            <a:ext cx="39814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FAC8F4F-D380-4027-A744-06B66B115403}"/>
              </a:ext>
            </a:extLst>
          </p:cNvPr>
          <p:cNvSpPr>
            <a:spLocks noGrp="1"/>
          </p:cNvSpPr>
          <p:nvPr/>
        </p:nvSpPr>
        <p:spPr>
          <a:xfrm>
            <a:off x="7505700" y="413385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Doplniť zadanie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D1276C-F964-4C6C-83A2-D86266FA9EE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Interný projektový report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6E9286-47E4-40F6-AE51-982C693C04D7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1572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D030893-6AE3-421E-BAE7-DDC5372E738B}"/>
              </a:ext>
            </a:extLst>
          </p:cNvPr>
          <p:cNvSpPr>
            <a:spLocks noGrp="1"/>
          </p:cNvSpPr>
          <p:nvPr/>
        </p:nvSpPr>
        <p:spPr>
          <a:xfrm>
            <a:off x="419100" y="361950"/>
            <a:ext cx="10477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Ďalšie kroky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71E9C2A-20F6-4316-ADC0-F6811C1661D8}"/>
              </a:ext>
            </a:extLst>
          </p:cNvPr>
          <p:cNvSpPr>
            <a:spLocks noGrp="1"/>
          </p:cNvSpPr>
          <p:nvPr/>
        </p:nvSpPr>
        <p:spPr>
          <a:xfrm>
            <a:off x="419100" y="165735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5F09DE-0182-4288-B78E-5234D95CBDA0}"/>
              </a:ext>
            </a:extLst>
          </p:cNvPr>
          <p:cNvSpPr>
            <a:spLocks noGrp="1"/>
          </p:cNvSpPr>
          <p:nvPr/>
        </p:nvSpPr>
        <p:spPr>
          <a:xfrm>
            <a:off x="419100" y="175260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1287CA-D059-455D-910B-38008DE5F8FA}"/>
              </a:ext>
            </a:extLst>
          </p:cNvPr>
          <p:cNvSpPr>
            <a:spLocks noGrp="1"/>
          </p:cNvSpPr>
          <p:nvPr/>
        </p:nvSpPr>
        <p:spPr>
          <a:xfrm>
            <a:off x="1257300" y="173355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Uzavrieť otvorené úlohy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248F87-68A4-426D-9454-E63A6F6BF770}"/>
              </a:ext>
            </a:extLst>
          </p:cNvPr>
          <p:cNvSpPr>
            <a:spLocks noGrp="1"/>
          </p:cNvSpPr>
          <p:nvPr/>
        </p:nvSpPr>
        <p:spPr>
          <a:xfrm>
            <a:off x="419100" y="272415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F4AF0C-36EF-4427-8EAA-0D6406B642FA}"/>
              </a:ext>
            </a:extLst>
          </p:cNvPr>
          <p:cNvSpPr>
            <a:spLocks noGrp="1"/>
          </p:cNvSpPr>
          <p:nvPr/>
        </p:nvSpPr>
        <p:spPr>
          <a:xfrm>
            <a:off x="419100" y="281940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14D55A-17B0-4979-A0E5-D63E00AF1E40}"/>
              </a:ext>
            </a:extLst>
          </p:cNvPr>
          <p:cNvSpPr>
            <a:spLocks noGrp="1"/>
          </p:cNvSpPr>
          <p:nvPr/>
        </p:nvSpPr>
        <p:spPr>
          <a:xfrm>
            <a:off x="1257300" y="280035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Potvrdiť termíny míľnikov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F27FD19-8A06-4986-ADB4-BD6B8C71DDD6}"/>
              </a:ext>
            </a:extLst>
          </p:cNvPr>
          <p:cNvSpPr>
            <a:spLocks noGrp="1"/>
          </p:cNvSpPr>
          <p:nvPr/>
        </p:nvSpPr>
        <p:spPr>
          <a:xfrm>
            <a:off x="419100" y="379095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6C04D6-6E14-461A-B40E-A44E96157E6F}"/>
              </a:ext>
            </a:extLst>
          </p:cNvPr>
          <p:cNvSpPr>
            <a:spLocks noGrp="1"/>
          </p:cNvSpPr>
          <p:nvPr/>
        </p:nvSpPr>
        <p:spPr>
          <a:xfrm>
            <a:off x="419100" y="3886200"/>
            <a:ext cx="552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BF252B-1F88-4F0A-BE3E-D958902AE071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Aktualizovať register rizík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DA4131-54F7-4914-9B6B-BA66DF328FF1}"/>
              </a:ext>
            </a:extLst>
          </p:cNvPr>
          <p:cNvSpPr>
            <a:spLocks noGrp="1"/>
          </p:cNvSpPr>
          <p:nvPr/>
        </p:nvSpPr>
        <p:spPr>
          <a:xfrm>
            <a:off x="7943850" y="1657350"/>
            <a:ext cx="3829050" cy="31242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CA480-5211-49C8-A8D8-F1604BE1BB1A}"/>
              </a:ext>
            </a:extLst>
          </p:cNvPr>
          <p:cNvSpPr>
            <a:spLocks noGrp="1"/>
          </p:cNvSpPr>
          <p:nvPr/>
        </p:nvSpPr>
        <p:spPr>
          <a:xfrm>
            <a:off x="8343900" y="2457450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Ďakujeme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82BF57-5065-4005-963B-7C0D652FF0D6}"/>
              </a:ext>
            </a:extLst>
          </p:cNvPr>
          <p:cNvSpPr>
            <a:spLocks noGrp="1"/>
          </p:cNvSpPr>
          <p:nvPr/>
        </p:nvSpPr>
        <p:spPr>
          <a:xfrm>
            <a:off x="8343900" y="335280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Otázky a diskusia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EFB74D-2A49-4A36-AC8A-D9A5305A0FE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Interný projektový report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AAC648-4097-4D26-BB61-B4577E14FD6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111"/>
          </a:bodyPr>
          <a:lstStyle/>
          <a:p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612916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DocSecurity>0</DocSecurity>
  <PresentationFormat>Widescreen</PresentationFormat>
  <Paragraphs>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vs_ansible</cp:lastModifiedBy>
  <cp:revision>1</cp:revision>
  <dcterms:created xsi:type="dcterms:W3CDTF">2026-08-19T10:56:12Z</dcterms:created>
  <dcterms:modified xsi:type="dcterms:W3CDTF">2026-08-20T08:08:16Z</dcterms:modified>
</cp:coreProperties>
</file>