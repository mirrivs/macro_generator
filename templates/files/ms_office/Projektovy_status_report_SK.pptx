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9d155f05b64bce" /><Relationship Type="http://schemas.openxmlformats.org/officeDocument/2006/relationships/extended-properties" Target="/docProps/app.xml" Id="Re8bd17e0bba94055" /><Relationship Type="http://schemas.openxmlformats.org/officeDocument/2006/relationships/officeDocument" Target="/ppt/presentation.xml" Id="Rabf8220f632a4d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f19356f221466b"/>
  </p:sldMasterIdLst>
  <p:notesMasterIdLst>
    <p:notesMasterId xmlns:r="http://schemas.openxmlformats.org/officeDocument/2006/relationships" r:id="Rb9fe87fb9c9e4f16"/>
  </p:notesMasterIdLst>
  <p:sldIdLst>
    <p:sldId xmlns:r="http://schemas.openxmlformats.org/officeDocument/2006/relationships" id="256" r:id="Ref283fb5441b4ce6"/>
    <p:sldId xmlns:r="http://schemas.openxmlformats.org/officeDocument/2006/relationships" id="257" r:id="R47d00df323ba40e4"/>
    <p:sldId xmlns:r="http://schemas.openxmlformats.org/officeDocument/2006/relationships" id="258" r:id="R0dc23e8a2d64454e"/>
    <p:sldId xmlns:r="http://schemas.openxmlformats.org/officeDocument/2006/relationships" id="259" r:id="R4793c90a275f4ec1"/>
    <p:sldId xmlns:r="http://schemas.openxmlformats.org/officeDocument/2006/relationships" id="260" r:id="Rb077da2ae150440b"/>
    <p:sldId xmlns:r="http://schemas.openxmlformats.org/officeDocument/2006/relationships" id="261" r:id="Ra5f624cbe9df4f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0b853b53ab4752" /><Relationship Type="http://schemas.openxmlformats.org/officeDocument/2006/relationships/slideMaster" Target="/ppt/slideMasters/slideMaster1.xml" Id="R97f19356f221466b" /><Relationship Type="http://schemas.openxmlformats.org/officeDocument/2006/relationships/notesMaster" Target="/ppt/notesMasters/notesMaster1.xml" Id="Rb9fe87fb9c9e4f16" /><Relationship Type="http://schemas.openxmlformats.org/officeDocument/2006/relationships/presProps" Target="/ppt/presProps.xml" Id="R74294fe7a590470f" /><Relationship Type="http://schemas.openxmlformats.org/officeDocument/2006/relationships/tableStyles" Target="/ppt/tableStyles.xml" Id="Rf1a1ed88b8a04e0b" /><Relationship Type="http://schemas.openxmlformats.org/officeDocument/2006/relationships/slide" Target="/ppt/slides/slide1.xml" Id="Ref283fb5441b4ce6" /><Relationship Type="http://schemas.openxmlformats.org/officeDocument/2006/relationships/slide" Target="/ppt/slides/slide2.xml" Id="R47d00df323ba40e4" /><Relationship Type="http://schemas.openxmlformats.org/officeDocument/2006/relationships/slide" Target="/ppt/slides/slide3.xml" Id="R0dc23e8a2d64454e" /><Relationship Type="http://schemas.openxmlformats.org/officeDocument/2006/relationships/slide" Target="/ppt/slides/slide4.xml" Id="R4793c90a275f4ec1" /><Relationship Type="http://schemas.openxmlformats.org/officeDocument/2006/relationships/slide" Target="/ppt/slides/slide5.xml" Id="Rb077da2ae150440b" /><Relationship Type="http://schemas.openxmlformats.org/officeDocument/2006/relationships/slide" Target="/ppt/slides/slide6.xml" Id="Ra5f624cbe9df4f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ebf51397b041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85c5a001bc4919" /><Relationship Type="http://schemas.openxmlformats.org/officeDocument/2006/relationships/notesMaster" Target="/ppt/notesMasters/notesMaster1.xml" Id="R2a74f6d917524d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87b0b4435049c4" /><Relationship Type="http://schemas.openxmlformats.org/officeDocument/2006/relationships/notesMaster" Target="/ppt/notesMasters/notesMaster1.xml" Id="Rfa6852bc938c49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d6ba6abde9447d" /><Relationship Type="http://schemas.openxmlformats.org/officeDocument/2006/relationships/notesMaster" Target="/ppt/notesMasters/notesMaster1.xml" Id="R7009bd949c1f4e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b3df88f52d4869" /><Relationship Type="http://schemas.openxmlformats.org/officeDocument/2006/relationships/notesMaster" Target="/ppt/notesMasters/notesMaster1.xml" Id="Re617a6ecd1c14e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5a909800c24a3e" /><Relationship Type="http://schemas.openxmlformats.org/officeDocument/2006/relationships/notesMaster" Target="/ppt/notesMasters/notesMaster1.xml" Id="Ra274f92a12fa44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bd923f7b0e4ee4" /><Relationship Type="http://schemas.openxmlformats.org/officeDocument/2006/relationships/notesMaster" Target="/ppt/notesMasters/notesMaster1.xml" Id="Rf1062008b3a246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1a0b4eab5d4c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ff92e9d0fe4023" /><Relationship Type="http://schemas.openxmlformats.org/officeDocument/2006/relationships/slideLayout" Target="/ppt/slideLayouts/slideLayout1.xml" Id="Ra30b234652204e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0b234652204e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1986974bb413f" /><Relationship Type="http://schemas.openxmlformats.org/officeDocument/2006/relationships/notesSlide" Target="/ppt/notesSlides/notesSlide1.xml" Id="R20327a1386904b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c262929ef4efe" /><Relationship Type="http://schemas.openxmlformats.org/officeDocument/2006/relationships/notesSlide" Target="/ppt/notesSlides/notesSlide2.xml" Id="Rfc631a13d5bd42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182a1a2d647b0" /><Relationship Type="http://schemas.openxmlformats.org/officeDocument/2006/relationships/notesSlide" Target="/ppt/notesSlides/notesSlide3.xml" Id="R09fa78b7c83d44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7e0dacd7340b6" /><Relationship Type="http://schemas.openxmlformats.org/officeDocument/2006/relationships/notesSlide" Target="/ppt/notesSlides/notesSlide4.xml" Id="Rfd94d6a60cce42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6a0c870a741e2" /><Relationship Type="http://schemas.openxmlformats.org/officeDocument/2006/relationships/notesSlide" Target="/ppt/notesSlides/notesSlide5.xml" Id="Rcb0cdd8b3c2a48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01781b5f5424a" /><Relationship Type="http://schemas.openxmlformats.org/officeDocument/2006/relationships/notesSlide" Target="/ppt/notesSlides/notesSlide6.xml" Id="R86ab7384393540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8BF72-16C8-4D39-8C96-4395E785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Projekt: [doplňte názov]  •  Obdobie: [doplňte obdobie]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34120-7BA9-46AD-A59E-12F222BC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90700"/>
            <a:ext cx="8096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PROJEKTOVÝ STATUS REPORT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3EF93-E0E4-4B5F-9D20-CA25824B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38550"/>
            <a:ext cx="666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Upraviteľná šablóna pre pravidelné tímové reportovanie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9A7B7-0A48-42A9-B0A3-068800FE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1000"/>
            <a:ext cx="2781300" cy="561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751C7-63FF-4593-8C5A-7FDCA24F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504950"/>
            <a:ext cx="1714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FEB13-F633-492A-B851-6DC0DACB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145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00FF2-C21F-487E-A65E-D14D25EF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Interný projektový report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CBB4F-9CA3-416D-8D4F-D68A3B72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28590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2BCAE-ACEE-40C5-ADAD-6FFA33B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Stav projektu v skratke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5521F-BF87-4EB0-8F67-AC35B999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14500"/>
            <a:ext cx="350520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DDF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880D5-0DEA-4274-B5E6-1DECB2AD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87D82D-438D-46AF-BC1E-CA1D8C60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Dokončené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9B227-11CF-4F97-B41D-5E8D8D03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50520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D9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0F145-2EA2-4A38-A27D-CFA263C6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F87D63-D4FB-4507-B8FE-45786B0E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Rozpracované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9A39F-385C-456F-8679-890E87C5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14500"/>
            <a:ext cx="350520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D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D0F62-A147-40D5-B886-405E06BD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204EA-A2B4-4638-8BD4-92E78D3D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575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Riziká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87E373-1666-48EB-8D71-7F6A49C4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57750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Projekt pokračuje podľa plánu. Najbližšie obdobie sa sústredí na uzavretie otvorených úloh a odstránenie dvoch rizík.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4BD9ED-DE65-4B13-9542-C2352CE4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Interný projektový 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0E120-B330-4221-8A18-5CE12460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49735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03A6E6-DB2C-47BE-9CF2-59F71356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Kľúčové pracovné oblasti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74C7C-1CDA-41D2-86F4-A45905B0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3830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B13FAB-8277-4F6C-BB07-3F381DC1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717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Dodávky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B24FF-318C-429C-BEFF-0A98CCB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52750"/>
            <a:ext cx="314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Hlavné výstupy boli odovzdané podľa harmonogramu.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6AAB5-274F-436A-9785-82D6C086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196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484A8-7E68-4645-A7B9-FB2832DA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3830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FD200-99D2-4B7F-BCF8-49E1EE66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Prevádzka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580D0-0C01-4C48-A058-74C0EBA7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52750"/>
            <a:ext cx="314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Tím spracoval otvorené požiadavky a aktualizoval dokumentáciu.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B2D112-2993-4A03-8E8C-A66099E2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196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78C7B-2B2D-43D8-9B8A-43E39604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3830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A7CAC-2137-43A5-AF17-88BECBAC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717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Komunikácia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EE9C3-6360-4E59-B5DB-A52681A9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52750"/>
            <a:ext cx="314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Prebehla koordinácia so zainteresovanými stranami.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14FF4-AA06-4BE0-A6EF-77B7E62F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196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88A8A-5CDA-4B6D-AE8E-28BAECC9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Interný projektový report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418081-B9C4-417C-97C7-AA42E6A5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277621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08FC93-2A0B-40F5-811D-D0D138D4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Najbližšie míľniky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BF974-964A-4EDB-B1C6-277BD12D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10313B-80E7-4425-B2CE-C3EA4311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95A80-87F9-4872-B1EE-C932D4E1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Tento týždeň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EB9C2-C204-4F28-A484-4D653090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Dokončiť kontrolu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FA0EC3-2B32-4B7B-B9D2-82CE4519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819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2CD1A9-5B1B-4F06-BFDF-0225A371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95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Budúci týždeň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3DB8A-9C8A-4C48-B545-0C727EEB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39090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Schváliť výstupy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C5E27-B489-4B92-8F40-B36896E9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19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0CE31E-4584-4B29-A506-C64C82CB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Do 30 dní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DA44AC-2B47-4974-AD81-351F6522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Spustiť ďalšiu fázu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982595-C2D1-4E76-8E9C-A69BD236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19400"/>
            <a:ext cx="266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21895-A643-410C-9547-526DE75E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95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Následne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C1BD59-A683-45E2-B981-8F6A96B6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39090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Vyhodnotiť výsledky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49F11A-A127-449C-B23D-E535DBD1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Interný projektový report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ED96E-9DF3-4B7E-B663-2501FE3F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454741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5FDAB1-AF9A-417B-B938-8A52A5D5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Riziká a potrebné rozhodnutia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5EE57-506F-4799-ABB5-A1AA3339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192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2279F-188A-4B95-91D7-BBBFE061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2590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Téma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CABB3-B6D3-4B6E-9826-C9105AB9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6192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CE517-604B-4C2C-BA9F-F0F1F20E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90700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Dopad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4A027B-8219-45A2-90CC-5E0DCB18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19250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5ADF9-269A-46D0-8A0E-7457B09E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220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Vlastník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09142-08D2-418B-83E1-72CE8C5D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19250"/>
            <a:ext cx="3981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56D7B-C53B-4DA4-B203-35D64C27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907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Ďalší krok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40A1C-53E6-49AF-A020-D518E1C9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0030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88C1F-BFD9-4358-9B50-2852B010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590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Oneskorený vstup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1A417-0951-4DF5-B3AA-8D5B9D2E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0030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837EA4-7EC4-4FFE-B205-38B27E1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71750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Stredný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A5C5F-A4E8-4EB8-8867-FA7AC34E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00300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50922-32B2-4969-9C74-34A2122B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571750"/>
            <a:ext cx="220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Projektový vedúci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46D8C0-C7B2-4F45-8B1F-78640ACC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00300"/>
            <a:ext cx="3981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CDD11E-159E-413C-944A-CFD1029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717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Potvrdiť termín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B195F1-DCFE-45EE-861A-C57D8726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813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DDD57-2BB0-4537-A37D-1C088070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590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Obmedzená kapacita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68F9C-7586-4190-B11B-3D0C5C28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813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2E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F4AC69-82AB-49EC-876F-90A3FE08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52800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Vysoký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0511B5-9B48-424D-990A-F8CE5112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81350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5AAA06-0444-4282-B84E-E9A4D71E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352800"/>
            <a:ext cx="220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Vedúci tímu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BB60EF-FC6A-4341-996E-50864455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981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E24FDE-DAA6-4EBE-8E71-6D015C65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35280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Presunúť priority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47F8B5-C316-4C75-AF25-48DE4B2C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6240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12D430-7126-4A97-B93A-7DDE1B65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33850"/>
            <a:ext cx="2590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Nejasná požiadavka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B0085B-E1C7-46A4-8EB6-9914CFEE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6240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3460AB-36E2-42ED-B07E-12FEA590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133850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Nízky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C6D62A-398E-4B72-B548-4CB448A9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62400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EFA5AC-20E3-4DDB-A7A4-D3E8860F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33850"/>
            <a:ext cx="220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Vlastník procesu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EBD057-CFB4-4ABD-B5A5-027A197B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981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AC8F4F-D380-4027-A744-06B66B11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338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Doplniť zadanie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D1276C-F964-4C6C-83A2-D86266FA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Interný projektový report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6E9286-47E4-40F6-AE51-982C693C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15728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30893-6AE3-421E-BAE7-DDC5372E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Ďalšie kroky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E9C2A-20F6-4316-ADC0-F6811C16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573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F09DE-0182-4288-B78E-5234D95C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526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287CA-D059-455D-910B-38008DE5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33550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Uzavrieť otvorené úlohy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248F87-68A4-426D-9454-E63A6F6B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241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4AF0C-36EF-4427-8EAA-0D6406B6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194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4D55A-17B0-4979-A0E5-D63E00AF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00350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Potvrdiť termíny míľnikov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7FD19-8A06-4986-ADB4-BD6B8C71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90950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C04D6-6E14-461A-B40E-A44E9615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862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F252B-1F88-4F0A-BE3E-D958902A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67150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Aktualizovať register rizík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DA4131-54F7-4914-9B6B-BA66DF32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57350"/>
            <a:ext cx="38290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CA480-5211-49C8-A8D8-F1604BE1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574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Ďakujeme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82BF57-5065-4005-963B-7C0D652F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Otázky a diskusia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EFB74D-2A49-4A36-AC8A-D9A5305A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Interný projektový report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AC648-4097-4D26-BB61-B4577E14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12916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2026-08-19T10:56:12.5510000Z</dcterms:created>
  <dcterms:modified xsi:type="dcterms:W3CDTF">2026-08-19T10:56:12.5510000Z</dcterms:modified>
</coreProperties>
</file>